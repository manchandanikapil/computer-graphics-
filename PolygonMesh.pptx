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5" d="100"/>
          <a:sy n="65" d="100"/>
        </p:scale>
        <p:origin x="-1536" y="-102"/>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3" name="Rectangle 22"/>
          <p:cNvSpPr/>
          <p:nvPr/>
        </p:nvSpPr>
        <p:spPr>
          <a:xfrm flipV="1">
            <a:off x="5410182" y="3810000"/>
            <a:ext cx="3733819"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4" name="Rectangle 23"/>
          <p:cNvSpPr/>
          <p:nvPr/>
        </p:nvSpPr>
        <p:spPr>
          <a:xfrm flipV="1">
            <a:off x="5410200" y="3897010"/>
            <a:ext cx="3733801" cy="192024"/>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5" name="Rectangle 24"/>
          <p:cNvSpPr/>
          <p:nvPr/>
        </p:nvSpPr>
        <p:spPr>
          <a:xfrm flipV="1">
            <a:off x="5410200" y="4115167"/>
            <a:ext cx="3733801"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6" name="Rectangle 25"/>
          <p:cNvSpPr/>
          <p:nvPr/>
        </p:nvSpPr>
        <p:spPr>
          <a:xfrm flipV="1">
            <a:off x="5410200" y="4164403"/>
            <a:ext cx="1965960" cy="18288"/>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Rectangle 26"/>
          <p:cNvSpPr/>
          <p:nvPr/>
        </p:nvSpPr>
        <p:spPr>
          <a:xfrm flipV="1">
            <a:off x="5410200" y="4199572"/>
            <a:ext cx="1965960"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0" name="Rounded Rectangle 29"/>
          <p:cNvSpPr/>
          <p:nvPr/>
        </p:nvSpPr>
        <p:spPr bwMode="white">
          <a:xfrm>
            <a:off x="5410200" y="3962400"/>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1" name="Rounded Rectangle 30"/>
          <p:cNvSpPr/>
          <p:nvPr/>
        </p:nvSpPr>
        <p:spPr bwMode="white">
          <a:xfrm>
            <a:off x="7376507" y="406098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Rectangle 6"/>
          <p:cNvSpPr/>
          <p:nvPr/>
        </p:nvSpPr>
        <p:spPr>
          <a:xfrm>
            <a:off x="1" y="3649662"/>
            <a:ext cx="9144000" cy="244170"/>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0" y="3675527"/>
            <a:ext cx="9144001" cy="14067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flipV="1">
            <a:off x="6414051" y="3643090"/>
            <a:ext cx="2729950" cy="248432"/>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a:xfrm>
            <a:off x="0" y="0"/>
            <a:ext cx="9144000" cy="370170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2401887"/>
            <a:ext cx="8458200" cy="1470025"/>
          </a:xfrm>
        </p:spPr>
        <p:txBody>
          <a:bodyPr anchor="b"/>
          <a:lstStyle>
            <a:lvl1pPr>
              <a:defRPr sz="4400">
                <a:solidFill>
                  <a:schemeClr val="bg1"/>
                </a:solidFill>
              </a:defRPr>
            </a:lvl1pPr>
          </a:lstStyle>
          <a:p>
            <a:r>
              <a:rPr kumimoji="0" lang="en-US" smtClean="0"/>
              <a:t>Click to edit Master title style</a:t>
            </a:r>
            <a:endParaRPr kumimoji="0" lang="en-US"/>
          </a:p>
        </p:txBody>
      </p:sp>
      <p:sp>
        <p:nvSpPr>
          <p:cNvPr id="9" name="Subtitle 8"/>
          <p:cNvSpPr>
            <a:spLocks noGrp="1"/>
          </p:cNvSpPr>
          <p:nvPr>
            <p:ph type="subTitle" idx="1"/>
          </p:nvPr>
        </p:nvSpPr>
        <p:spPr>
          <a:xfrm>
            <a:off x="457200" y="3899938"/>
            <a:ext cx="4953000" cy="1752600"/>
          </a:xfrm>
        </p:spPr>
        <p:txBody>
          <a:bodyPr/>
          <a:lstStyle>
            <a:lvl1pPr marL="64008" indent="0" algn="l">
              <a:buNone/>
              <a:defRPr sz="24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a:xfrm>
            <a:off x="6705600" y="4206240"/>
            <a:ext cx="960120" cy="457200"/>
          </a:xfrm>
        </p:spPr>
        <p:txBody>
          <a:bodyPr/>
          <a:lstStyle/>
          <a:p>
            <a:fld id="{2E5634F6-2F90-4DB4-9385-0132685F33CC}" type="datetimeFigureOut">
              <a:rPr lang="en-US" smtClean="0"/>
              <a:t>4/21/2020</a:t>
            </a:fld>
            <a:endParaRPr lang="en-US"/>
          </a:p>
        </p:txBody>
      </p:sp>
      <p:sp>
        <p:nvSpPr>
          <p:cNvPr id="17" name="Footer Placeholder 16"/>
          <p:cNvSpPr>
            <a:spLocks noGrp="1"/>
          </p:cNvSpPr>
          <p:nvPr>
            <p:ph type="ftr" sz="quarter" idx="11"/>
          </p:nvPr>
        </p:nvSpPr>
        <p:spPr>
          <a:xfrm>
            <a:off x="5410200" y="4205288"/>
            <a:ext cx="1295400" cy="457200"/>
          </a:xfrm>
        </p:spPr>
        <p:txBody>
          <a:bodyPr/>
          <a:lstStyle/>
          <a:p>
            <a:endParaRPr lang="en-US"/>
          </a:p>
        </p:txBody>
      </p:sp>
      <p:sp>
        <p:nvSpPr>
          <p:cNvPr id="29" name="Slide Number Placeholder 28"/>
          <p:cNvSpPr>
            <a:spLocks noGrp="1"/>
          </p:cNvSpPr>
          <p:nvPr>
            <p:ph type="sldNum" sz="quarter" idx="12"/>
          </p:nvPr>
        </p:nvSpPr>
        <p:spPr>
          <a:xfrm>
            <a:off x="8320088" y="1136"/>
            <a:ext cx="747712" cy="365760"/>
          </a:xfrm>
        </p:spPr>
        <p:txBody>
          <a:bodyPr/>
          <a:lstStyle>
            <a:lvl1pPr algn="r">
              <a:defRPr sz="1800">
                <a:solidFill>
                  <a:schemeClr val="bg1"/>
                </a:solidFill>
              </a:defRPr>
            </a:lvl1pPr>
          </a:lstStyle>
          <a:p>
            <a:fld id="{74C9B1EF-61A6-41A8-9BF0-7ACFCDED97AC}"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2E5634F6-2F90-4DB4-9385-0132685F33CC}" type="datetimeFigureOut">
              <a:rPr lang="en-US" smtClean="0"/>
              <a:t>4/21/2020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4C9B1EF-61A6-41A8-9BF0-7ACFCDED97AC}"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1981200"/>
            <a:ext cx="7772400" cy="1362075"/>
          </a:xfrm>
        </p:spPr>
        <p:txBody>
          <a:bodyPr anchor="b">
            <a:noAutofit/>
          </a:bodyPr>
          <a:lstStyle>
            <a:lvl1pPr algn="l">
              <a:buNone/>
              <a:defRPr sz="4300" b="1" cap="none" baseline="0">
                <a:ln w="12700">
                  <a:solidFill>
                    <a:schemeClr val="accent2">
                      <a:shade val="90000"/>
                      <a:satMod val="150000"/>
                    </a:schemeClr>
                  </a:solidFill>
                </a:ln>
                <a:solidFill>
                  <a:srgbClr val="FFFFFF"/>
                </a:solidFill>
                <a:effectLst>
                  <a:outerShdw blurRad="38100" dist="38100" dir="5400000" algn="tl" rotWithShape="0">
                    <a:srgbClr val="000000">
                      <a:alpha val="25000"/>
                    </a:srgb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722313" y="3367088"/>
            <a:ext cx="7772400" cy="1509712"/>
          </a:xfrm>
        </p:spPr>
        <p:txBody>
          <a:bodyPr anchor="t"/>
          <a:lstStyle>
            <a:lvl1pPr marL="45720" indent="0">
              <a:buNone/>
              <a:defRPr sz="2100" b="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2E5634F6-2F90-4DB4-9385-0132685F33CC}" type="datetimeFigureOut">
              <a:rPr lang="en-US" smtClean="0"/>
              <a:t>4/21/2020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4C9B1EF-61A6-41A8-9BF0-7ACFCDED97AC}"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2249424"/>
            <a:ext cx="40386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2249424"/>
            <a:ext cx="40386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2E5634F6-2F90-4DB4-9385-0132685F33CC}" type="datetimeFigureOut">
              <a:rPr lang="en-US" smtClean="0"/>
              <a:t>4/21/2020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4C9B1EF-61A6-41A8-9BF0-7ACFCDED97AC}"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81000" y="1143000"/>
            <a:ext cx="8382000" cy="1069848"/>
          </a:xfrm>
        </p:spPr>
        <p:txBody>
          <a:bodyPr anchor="ctr"/>
          <a:lstStyle>
            <a:lvl1pPr>
              <a:defRPr sz="4000" b="0" i="0" cap="none"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381000" y="2244970"/>
            <a:ext cx="4041648"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721225" y="2244970"/>
            <a:ext cx="4041775"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381000" y="2708519"/>
            <a:ext cx="4041648"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718304" y="2708519"/>
            <a:ext cx="4041775"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6" name="Date Placeholder 25"/>
          <p:cNvSpPr>
            <a:spLocks noGrp="1"/>
          </p:cNvSpPr>
          <p:nvPr>
            <p:ph type="dt" sz="half" idx="10"/>
          </p:nvPr>
        </p:nvSpPr>
        <p:spPr/>
        <p:txBody>
          <a:bodyPr rtlCol="0"/>
          <a:lstStyle/>
          <a:p>
            <a:fld id="{2E5634F6-2F90-4DB4-9385-0132685F33CC}" type="datetimeFigureOut">
              <a:rPr lang="en-US" smtClean="0"/>
              <a:t>4/21/2020</a:t>
            </a:fld>
            <a:endParaRPr lang="en-US"/>
          </a:p>
        </p:txBody>
      </p:sp>
      <p:sp>
        <p:nvSpPr>
          <p:cNvPr id="27" name="Slide Number Placeholder 26"/>
          <p:cNvSpPr>
            <a:spLocks noGrp="1"/>
          </p:cNvSpPr>
          <p:nvPr>
            <p:ph type="sldNum" sz="quarter" idx="11"/>
          </p:nvPr>
        </p:nvSpPr>
        <p:spPr/>
        <p:txBody>
          <a:bodyPr rtlCol="0"/>
          <a:lstStyle/>
          <a:p>
            <a:fld id="{74C9B1EF-61A6-41A8-9BF0-7ACFCDED97AC}" type="slidenum">
              <a:rPr lang="en-US" smtClean="0"/>
              <a:t>‹#›</a:t>
            </a:fld>
            <a:endParaRPr lang="en-US"/>
          </a:p>
        </p:txBody>
      </p:sp>
      <p:sp>
        <p:nvSpPr>
          <p:cNvPr id="28" name="Footer Placeholder 27"/>
          <p:cNvSpPr>
            <a:spLocks noGrp="1"/>
          </p:cNvSpPr>
          <p:nvPr>
            <p:ph type="ftr" sz="quarter" idx="12"/>
          </p:nvPr>
        </p:nvSpPr>
        <p:spPr/>
        <p:txBody>
          <a:bodyPr rtlCol="0"/>
          <a:lstStyle/>
          <a:p>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43000"/>
            <a:ext cx="8229600" cy="1069848"/>
          </a:xfrm>
        </p:spPr>
        <p:txBody>
          <a:bodyPr anchor="ctr"/>
          <a:lstStyle>
            <a:lvl1pPr>
              <a:defRPr sz="4000">
                <a:solidFill>
                  <a:schemeClr val="tx2"/>
                </a:solidFill>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a:xfrm>
            <a:off x="6583680" y="612648"/>
            <a:ext cx="957264" cy="457200"/>
          </a:xfrm>
        </p:spPr>
        <p:txBody>
          <a:bodyPr/>
          <a:lstStyle/>
          <a:p>
            <a:fld id="{2E5634F6-2F90-4DB4-9385-0132685F33CC}" type="datetimeFigureOut">
              <a:rPr lang="en-US" smtClean="0"/>
              <a:t>4/21/2020</a:t>
            </a:fld>
            <a:endParaRPr lang="en-US"/>
          </a:p>
        </p:txBody>
      </p:sp>
      <p:sp>
        <p:nvSpPr>
          <p:cNvPr id="4" name="Footer Placeholder 3"/>
          <p:cNvSpPr>
            <a:spLocks noGrp="1"/>
          </p:cNvSpPr>
          <p:nvPr>
            <p:ph type="ftr" sz="quarter" idx="11"/>
          </p:nvPr>
        </p:nvSpPr>
        <p:spPr>
          <a:xfrm>
            <a:off x="5257800" y="612648"/>
            <a:ext cx="1325880" cy="457200"/>
          </a:xfrm>
        </p:spPr>
        <p:txBody>
          <a:bodyPr/>
          <a:lstStyle/>
          <a:p>
            <a:endParaRPr lang="en-US"/>
          </a:p>
        </p:txBody>
      </p:sp>
      <p:sp>
        <p:nvSpPr>
          <p:cNvPr id="5" name="Slide Number Placeholder 4"/>
          <p:cNvSpPr>
            <a:spLocks noGrp="1"/>
          </p:cNvSpPr>
          <p:nvPr>
            <p:ph type="sldNum" sz="quarter" idx="12"/>
          </p:nvPr>
        </p:nvSpPr>
        <p:spPr>
          <a:xfrm>
            <a:off x="8174736" y="2272"/>
            <a:ext cx="762000" cy="365760"/>
          </a:xfrm>
        </p:spPr>
        <p:txBody>
          <a:bodyPr/>
          <a:lstStyle/>
          <a:p>
            <a:fld id="{74C9B1EF-61A6-41A8-9BF0-7ACFCDED97AC}"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E5634F6-2F90-4DB4-9385-0132685F33CC}" type="datetimeFigureOut">
              <a:rPr lang="en-US" smtClean="0"/>
              <a:t>4/21/2020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4C9B1EF-61A6-41A8-9BF0-7ACFCDED97AC}"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53496" y="1101970"/>
            <a:ext cx="3383280" cy="877824"/>
          </a:xfrm>
        </p:spPr>
        <p:txBody>
          <a:bodyPr anchor="b"/>
          <a:lstStyle>
            <a:lvl1pPr algn="l">
              <a:buNone/>
              <a:defRPr sz="1800" b="1"/>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5353496" y="2010727"/>
            <a:ext cx="3383280" cy="4617720"/>
          </a:xfrm>
        </p:spPr>
        <p:txBody>
          <a:bodyPr/>
          <a:lstStyle>
            <a:lvl1pPr marL="9144"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152400" y="776287"/>
            <a:ext cx="5102352" cy="5852160"/>
          </a:xfrm>
        </p:spPr>
        <p:txBody>
          <a:bodyPr/>
          <a:lstStyle>
            <a:lvl1pPr>
              <a:defRPr sz="3200"/>
            </a:lvl1pPr>
            <a:lvl2pPr>
              <a:defRPr sz="2800"/>
            </a:lvl2pPr>
            <a:lvl3pPr>
              <a:defRPr sz="24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2E5634F6-2F90-4DB4-9385-0132685F33CC}" type="datetimeFigureOut">
              <a:rPr lang="en-US" smtClean="0"/>
              <a:t>4/21/2020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4C9B1EF-61A6-41A8-9BF0-7ACFCDED97AC}"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440434" y="1109160"/>
            <a:ext cx="586803" cy="4681637"/>
          </a:xfrm>
        </p:spPr>
        <p:txBody>
          <a:bodyPr vert="vert270" lIns="45720" tIns="0" rIns="45720" anchor="t"/>
          <a:lstStyle>
            <a:lvl1pPr algn="ctr">
              <a:buNone/>
              <a:defRPr sz="20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403671" y="1143000"/>
            <a:ext cx="4572000" cy="4572000"/>
          </a:xfrm>
          <a:solidFill>
            <a:srgbClr val="EAEAEA"/>
          </a:solidFill>
          <a:ln w="50800">
            <a:solidFill>
              <a:srgbClr val="FFFFFF"/>
            </a:solidFill>
            <a:miter lim="800000"/>
          </a:ln>
          <a:effectLst>
            <a:outerShdw blurRad="57150" dist="31750" dir="4800000" algn="tl" rotWithShape="0">
              <a:srgbClr val="000000">
                <a:alpha val="25000"/>
              </a:srgbClr>
            </a:outerShdw>
          </a:effectLst>
          <a:scene3d>
            <a:camera prst="orthographicFront"/>
            <a:lightRig rig="twoPt" dir="t">
              <a:rot lat="0" lon="0" rev="7200000"/>
            </a:lightRig>
          </a:scene3d>
          <a:sp3d contourW="2540">
            <a:bevelT w="25400" h="19050"/>
            <a:contourClr>
              <a:srgbClr val="AEAEAE"/>
            </a:contourClr>
          </a:sp3d>
        </p:spPr>
        <p:txBody>
          <a:bodyPr/>
          <a:lstStyle>
            <a:lvl1pPr marL="0" indent="0">
              <a:buNone/>
              <a:defRPr sz="3200"/>
            </a:lvl1pPr>
          </a:lstStyle>
          <a:p>
            <a:r>
              <a:rPr kumimoji="0" lang="en-US" smtClean="0"/>
              <a:t>Click icon to add picture</a:t>
            </a:r>
            <a:endParaRPr kumimoji="0" lang="en-US" dirty="0"/>
          </a:p>
        </p:txBody>
      </p:sp>
      <p:sp>
        <p:nvSpPr>
          <p:cNvPr id="4" name="Text Placeholder 3"/>
          <p:cNvSpPr>
            <a:spLocks noGrp="1"/>
          </p:cNvSpPr>
          <p:nvPr>
            <p:ph type="body" sz="half" idx="2"/>
          </p:nvPr>
        </p:nvSpPr>
        <p:spPr>
          <a:xfrm>
            <a:off x="6088443" y="3274308"/>
            <a:ext cx="2590800" cy="2516489"/>
          </a:xfrm>
        </p:spPr>
        <p:txBody>
          <a:bodyPr lIns="0" tIns="0" rIns="45720" anchor="t"/>
          <a:lstStyle>
            <a:lvl1pPr marL="0" indent="0">
              <a:lnSpc>
                <a:spcPct val="100000"/>
              </a:lnSpc>
              <a:spcBef>
                <a:spcPts val="0"/>
              </a:spcBef>
              <a:buFontTx/>
              <a:buNone/>
              <a:defRPr sz="13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2E5634F6-2F90-4DB4-9385-0132685F33CC}" type="datetimeFigureOut">
              <a:rPr lang="en-US" smtClean="0"/>
              <a:t>4/21/2020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4C9B1EF-61A6-41A8-9BF0-7ACFCDED97AC}"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2E5634F6-2F90-4DB4-9385-0132685F33CC}" type="datetimeFigureOut">
              <a:rPr lang="en-US" smtClean="0"/>
              <a:t>4/21/2020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4C9B1EF-61A6-41A8-9BF0-7ACFCDED97AC}"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0" y="1143000"/>
            <a:ext cx="1905000" cy="5486400"/>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143000"/>
            <a:ext cx="6248400" cy="5486400"/>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2E5634F6-2F90-4DB4-9385-0132685F33CC}" type="datetimeFigureOut">
              <a:rPr lang="en-US" smtClean="0"/>
              <a:t>4/21/2020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4C9B1EF-61A6-41A8-9BF0-7ACFCDED97AC}"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 name="Rectangle 27"/>
          <p:cNvSpPr/>
          <p:nvPr/>
        </p:nvSpPr>
        <p:spPr>
          <a:xfrm>
            <a:off x="1" y="366818"/>
            <a:ext cx="9144000" cy="8440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Rectangle 28"/>
          <p:cNvSpPr/>
          <p:nvPr/>
        </p:nvSpPr>
        <p:spPr>
          <a:xfrm>
            <a:off x="0" y="-1"/>
            <a:ext cx="9144000" cy="310663"/>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0" name="Rectangle 29"/>
          <p:cNvSpPr/>
          <p:nvPr/>
        </p:nvSpPr>
        <p:spPr>
          <a:xfrm>
            <a:off x="0" y="308276"/>
            <a:ext cx="9144001" cy="91441"/>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1" name="Rectangle 30"/>
          <p:cNvSpPr/>
          <p:nvPr/>
        </p:nvSpPr>
        <p:spPr>
          <a:xfrm flipV="1">
            <a:off x="5410182" y="360246"/>
            <a:ext cx="3733819"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flipV="1">
            <a:off x="5410200" y="440112"/>
            <a:ext cx="3733801" cy="18003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3" name="Rounded Rectangle 32"/>
          <p:cNvSpPr/>
          <p:nvPr/>
        </p:nvSpPr>
        <p:spPr bwMode="white">
          <a:xfrm>
            <a:off x="5407339" y="497504"/>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4" name="Rounded Rectangle 33"/>
          <p:cNvSpPr/>
          <p:nvPr/>
        </p:nvSpPr>
        <p:spPr bwMode="white">
          <a:xfrm>
            <a:off x="7373646" y="58894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5" name="Rectangle 34"/>
          <p:cNvSpPr/>
          <p:nvPr/>
        </p:nvSpPr>
        <p:spPr bwMode="invGray">
          <a:xfrm>
            <a:off x="9084966" y="-2001"/>
            <a:ext cx="57626"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6" name="Rectangle 35"/>
          <p:cNvSpPr/>
          <p:nvPr/>
        </p:nvSpPr>
        <p:spPr bwMode="invGray">
          <a:xfrm>
            <a:off x="9044481" y="-2001"/>
            <a:ext cx="27432"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7" name="Rectangle 36"/>
          <p:cNvSpPr/>
          <p:nvPr/>
        </p:nvSpPr>
        <p:spPr bwMode="invGray">
          <a:xfrm>
            <a:off x="9025428" y="-2001"/>
            <a:ext cx="9144" cy="621792"/>
          </a:xfrm>
          <a:prstGeom prst="rect">
            <a:avLst/>
          </a:prstGeom>
          <a:solidFill>
            <a:srgbClr val="FFFFFF">
              <a:alpha val="6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8" name="Rectangle 37"/>
          <p:cNvSpPr/>
          <p:nvPr/>
        </p:nvSpPr>
        <p:spPr bwMode="invGray">
          <a:xfrm>
            <a:off x="8975423" y="-2001"/>
            <a:ext cx="27432" cy="621792"/>
          </a:xfrm>
          <a:prstGeom prst="rect">
            <a:avLst/>
          </a:prstGeom>
          <a:solidFill>
            <a:srgbClr val="FFFFFF">
              <a:alpha val="4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9" name="Rectangle 38"/>
          <p:cNvSpPr/>
          <p:nvPr/>
        </p:nvSpPr>
        <p:spPr bwMode="invGray">
          <a:xfrm>
            <a:off x="8915677" y="380"/>
            <a:ext cx="54864" cy="585216"/>
          </a:xfrm>
          <a:prstGeom prst="rect">
            <a:avLst/>
          </a:prstGeom>
          <a:solidFill>
            <a:srgbClr val="FFFFFF">
              <a:alpha val="2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40" name="Rectangle 39"/>
          <p:cNvSpPr/>
          <p:nvPr/>
        </p:nvSpPr>
        <p:spPr bwMode="invGray">
          <a:xfrm>
            <a:off x="8873475" y="380"/>
            <a:ext cx="9144" cy="585216"/>
          </a:xfrm>
          <a:prstGeom prst="rect">
            <a:avLst/>
          </a:prstGeom>
          <a:solidFill>
            <a:srgbClr val="FFFFFF">
              <a:alpha val="30196"/>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Title Placeholder 21"/>
          <p:cNvSpPr>
            <a:spLocks noGrp="1"/>
          </p:cNvSpPr>
          <p:nvPr>
            <p:ph type="title"/>
          </p:nvPr>
        </p:nvSpPr>
        <p:spPr>
          <a:xfrm>
            <a:off x="457200" y="1143000"/>
            <a:ext cx="8229600" cy="1066800"/>
          </a:xfrm>
          <a:prstGeom prst="rect">
            <a:avLst/>
          </a:prstGeom>
        </p:spPr>
        <p:txBody>
          <a:bodyPr vert="horz" anchor="ctr">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2249424"/>
            <a:ext cx="8229600" cy="432511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586536" y="612648"/>
            <a:ext cx="957264" cy="457200"/>
          </a:xfrm>
          <a:prstGeom prst="rect">
            <a:avLst/>
          </a:prstGeom>
        </p:spPr>
        <p:txBody>
          <a:bodyPr vert="horz"/>
          <a:lstStyle>
            <a:lvl1pPr algn="l" eaLnBrk="1" latinLnBrk="0" hangingPunct="1">
              <a:defRPr kumimoji="0" sz="800">
                <a:solidFill>
                  <a:schemeClr val="accent2"/>
                </a:solidFill>
              </a:defRPr>
            </a:lvl1pPr>
          </a:lstStyle>
          <a:p>
            <a:fld id="{2E5634F6-2F90-4DB4-9385-0132685F33CC}" type="datetimeFigureOut">
              <a:rPr lang="en-US" smtClean="0"/>
              <a:t>4/21/2020</a:t>
            </a:fld>
            <a:endParaRPr lang="en-US"/>
          </a:p>
        </p:txBody>
      </p:sp>
      <p:sp>
        <p:nvSpPr>
          <p:cNvPr id="3" name="Footer Placeholder 2"/>
          <p:cNvSpPr>
            <a:spLocks noGrp="1"/>
          </p:cNvSpPr>
          <p:nvPr>
            <p:ph type="ftr" sz="quarter" idx="3"/>
          </p:nvPr>
        </p:nvSpPr>
        <p:spPr>
          <a:xfrm>
            <a:off x="5257800" y="612648"/>
            <a:ext cx="1325880" cy="457200"/>
          </a:xfrm>
          <a:prstGeom prst="rect">
            <a:avLst/>
          </a:prstGeom>
        </p:spPr>
        <p:txBody>
          <a:bodyPr vert="horz"/>
          <a:lstStyle>
            <a:lvl1pPr algn="r" eaLnBrk="1" latinLnBrk="0" hangingPunct="1">
              <a:defRPr kumimoji="0" sz="800">
                <a:solidFill>
                  <a:schemeClr val="accent2"/>
                </a:solidFill>
              </a:defRPr>
            </a:lvl1pPr>
          </a:lstStyle>
          <a:p>
            <a:endParaRPr lang="en-US"/>
          </a:p>
        </p:txBody>
      </p:sp>
      <p:sp>
        <p:nvSpPr>
          <p:cNvPr id="23" name="Slide Number Placeholder 22"/>
          <p:cNvSpPr>
            <a:spLocks noGrp="1"/>
          </p:cNvSpPr>
          <p:nvPr>
            <p:ph type="sldNum" sz="quarter" idx="4"/>
          </p:nvPr>
        </p:nvSpPr>
        <p:spPr>
          <a:xfrm>
            <a:off x="8174736" y="2272"/>
            <a:ext cx="762000" cy="365760"/>
          </a:xfrm>
          <a:prstGeom prst="rect">
            <a:avLst/>
          </a:prstGeom>
        </p:spPr>
        <p:txBody>
          <a:bodyPr vert="horz" anchor="b"/>
          <a:lstStyle>
            <a:lvl1pPr algn="r" eaLnBrk="1" latinLnBrk="0" hangingPunct="1">
              <a:defRPr kumimoji="0" sz="1800">
                <a:solidFill>
                  <a:srgbClr val="FFFFFF"/>
                </a:solidFill>
              </a:defRPr>
            </a:lvl1pPr>
          </a:lstStyle>
          <a:p>
            <a:fld id="{74C9B1EF-61A6-41A8-9BF0-7ACFCDED97AC}"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365760" indent="-256032" algn="l" rtl="0" eaLnBrk="1" latinLnBrk="0" hangingPunct="1">
        <a:spcBef>
          <a:spcPts val="300"/>
        </a:spcBef>
        <a:buClr>
          <a:schemeClr val="accent3"/>
        </a:buClr>
        <a:buFont typeface="Georgia"/>
        <a:buChar char="•"/>
        <a:defRPr kumimoji="0" sz="2800" kern="1200">
          <a:solidFill>
            <a:schemeClr val="tx1"/>
          </a:solidFill>
          <a:latin typeface="+mn-lt"/>
          <a:ea typeface="+mn-ea"/>
          <a:cs typeface="+mn-cs"/>
        </a:defRPr>
      </a:lvl1pPr>
      <a:lvl2pPr marL="658368" indent="-246888" algn="l" rtl="0" eaLnBrk="1" latinLnBrk="0" hangingPunct="1">
        <a:spcBef>
          <a:spcPts val="300"/>
        </a:spcBef>
        <a:buClr>
          <a:schemeClr val="accent2"/>
        </a:buClr>
        <a:buFont typeface="Georgia"/>
        <a:buChar char="▫"/>
        <a:defRPr kumimoji="0" sz="2600" kern="1200">
          <a:solidFill>
            <a:schemeClr val="accent2"/>
          </a:solidFill>
          <a:latin typeface="+mn-lt"/>
          <a:ea typeface="+mn-ea"/>
          <a:cs typeface="+mn-cs"/>
        </a:defRPr>
      </a:lvl2pPr>
      <a:lvl3pPr marL="923544" indent="-219456" algn="l" rtl="0" eaLnBrk="1" latinLnBrk="0" hangingPunct="1">
        <a:spcBef>
          <a:spcPts val="300"/>
        </a:spcBef>
        <a:buClr>
          <a:schemeClr val="accent1"/>
        </a:buClr>
        <a:buFont typeface="Wingdings 2"/>
        <a:buChar char=""/>
        <a:defRPr kumimoji="0" sz="2400" kern="1200">
          <a:solidFill>
            <a:schemeClr val="accent1"/>
          </a:solidFill>
          <a:latin typeface="+mn-lt"/>
          <a:ea typeface="+mn-ea"/>
          <a:cs typeface="+mn-cs"/>
        </a:defRPr>
      </a:lvl3pPr>
      <a:lvl4pPr marL="1179576" indent="-201168" algn="l" rtl="0" eaLnBrk="1" latinLnBrk="0" hangingPunct="1">
        <a:spcBef>
          <a:spcPts val="300"/>
        </a:spcBef>
        <a:buClr>
          <a:schemeClr val="accent1"/>
        </a:buClr>
        <a:buFont typeface="Wingdings 2"/>
        <a:buChar char=""/>
        <a:defRPr kumimoji="0" sz="2200" kern="1200">
          <a:solidFill>
            <a:schemeClr val="accent1"/>
          </a:solidFill>
          <a:latin typeface="+mn-lt"/>
          <a:ea typeface="+mn-ea"/>
          <a:cs typeface="+mn-cs"/>
        </a:defRPr>
      </a:lvl4pPr>
      <a:lvl5pPr marL="1389888" indent="-182880" algn="l" rtl="0" eaLnBrk="1" latinLnBrk="0" hangingPunct="1">
        <a:spcBef>
          <a:spcPts val="300"/>
        </a:spcBef>
        <a:buClr>
          <a:schemeClr val="accent3"/>
        </a:buClr>
        <a:buFont typeface="Georgia"/>
        <a:buChar char="▫"/>
        <a:defRPr kumimoji="0" sz="2000" kern="1200">
          <a:solidFill>
            <a:schemeClr val="accent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838201"/>
            <a:ext cx="8458200" cy="1523999"/>
          </a:xfrm>
        </p:spPr>
        <p:txBody>
          <a:bodyPr>
            <a:normAutofit fontScale="90000"/>
          </a:bodyPr>
          <a:lstStyle/>
          <a:p>
            <a:pPr algn="ctr"/>
            <a:r>
              <a:rPr lang="en-US" b="1" i="1" dirty="0" smtClean="0"/>
              <a:t>Polygon Mesh</a:t>
            </a:r>
            <a:r>
              <a:rPr lang="en-US" b="1" dirty="0" smtClean="0"/>
              <a:t/>
            </a:r>
            <a:br>
              <a:rPr lang="en-US" b="1" dirty="0" smtClean="0"/>
            </a:br>
            <a:r>
              <a:rPr lang="en-US" b="1" dirty="0" smtClean="0"/>
              <a:t>Computer Graphics</a:t>
            </a:r>
            <a:br>
              <a:rPr lang="en-US" b="1" dirty="0" smtClean="0"/>
            </a:br>
            <a:r>
              <a:rPr lang="en-US" b="1" dirty="0" smtClean="0"/>
              <a:t>Unit :  4</a:t>
            </a:r>
            <a:endParaRPr lang="en-US" dirty="0"/>
          </a:p>
        </p:txBody>
      </p:sp>
      <p:sp>
        <p:nvSpPr>
          <p:cNvPr id="3" name="Subtitle 2"/>
          <p:cNvSpPr>
            <a:spLocks noGrp="1"/>
          </p:cNvSpPr>
          <p:nvPr>
            <p:ph type="subTitle" idx="1"/>
          </p:nvPr>
        </p:nvSpPr>
        <p:spPr>
          <a:xfrm>
            <a:off x="4267200" y="5943600"/>
            <a:ext cx="4648200" cy="609600"/>
          </a:xfrm>
        </p:spPr>
        <p:txBody>
          <a:bodyPr>
            <a:noAutofit/>
          </a:bodyPr>
          <a:lstStyle/>
          <a:p>
            <a:pPr algn="ctr"/>
            <a:r>
              <a:rPr lang="en-US" b="1" dirty="0" smtClean="0">
                <a:solidFill>
                  <a:srgbClr val="00B050"/>
                </a:solidFill>
              </a:rPr>
              <a:t>By : Kapil </a:t>
            </a:r>
            <a:r>
              <a:rPr lang="en-US" b="1" dirty="0" err="1" smtClean="0">
                <a:solidFill>
                  <a:srgbClr val="00B050"/>
                </a:solidFill>
              </a:rPr>
              <a:t>Manchandani</a:t>
            </a:r>
            <a:endParaRPr lang="en-US" b="1" dirty="0">
              <a:solidFill>
                <a:srgbClr val="00B050"/>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066800"/>
          </a:xfrm>
        </p:spPr>
        <p:txBody>
          <a:bodyPr>
            <a:normAutofit fontScale="90000"/>
          </a:bodyPr>
          <a:lstStyle/>
          <a:p>
            <a:pPr algn="ctr"/>
            <a:r>
              <a:rPr lang="en-US" b="1" dirty="0" smtClean="0"/>
              <a:t/>
            </a:r>
            <a:br>
              <a:rPr lang="en-US" b="1" dirty="0" smtClean="0"/>
            </a:br>
            <a:r>
              <a:rPr lang="en-US" b="1" dirty="0" smtClean="0"/>
              <a:t>What </a:t>
            </a:r>
            <a:r>
              <a:rPr lang="en-US" b="1" dirty="0" smtClean="0"/>
              <a:t>does </a:t>
            </a:r>
            <a:r>
              <a:rPr lang="en-US" b="1" i="1" dirty="0" smtClean="0"/>
              <a:t>Polygon Mesh</a:t>
            </a:r>
            <a:r>
              <a:rPr lang="en-US" b="1" dirty="0" smtClean="0"/>
              <a:t> mean?</a:t>
            </a:r>
            <a:br>
              <a:rPr lang="en-US" b="1" dirty="0" smtClean="0"/>
            </a:br>
            <a:endParaRPr lang="en-US" dirty="0"/>
          </a:p>
        </p:txBody>
      </p:sp>
      <p:sp>
        <p:nvSpPr>
          <p:cNvPr id="3" name="Content Placeholder 2"/>
          <p:cNvSpPr>
            <a:spLocks noGrp="1"/>
          </p:cNvSpPr>
          <p:nvPr>
            <p:ph idx="1"/>
          </p:nvPr>
        </p:nvSpPr>
        <p:spPr>
          <a:xfrm>
            <a:off x="304800" y="1600200"/>
            <a:ext cx="8610600" cy="4876800"/>
          </a:xfrm>
        </p:spPr>
        <p:txBody>
          <a:bodyPr>
            <a:normAutofit lnSpcReduction="10000"/>
          </a:bodyPr>
          <a:lstStyle/>
          <a:p>
            <a:r>
              <a:rPr lang="en-US" dirty="0" smtClean="0">
                <a:latin typeface="Times New Roman" pitchFamily="18" charset="0"/>
                <a:cs typeface="Times New Roman" pitchFamily="18" charset="0"/>
              </a:rPr>
              <a:t>A polygon mesh is a collection of edges, faces and connecting points that is used to provide a polygon model for 3-D modeling and computer animation. Its geometric makeup can be stored in order to facilitate various kinds of simulation of three-dimensional renderings</a:t>
            </a:r>
            <a:r>
              <a:rPr lang="en-US" dirty="0" smtClean="0">
                <a:latin typeface="Times New Roman" pitchFamily="18" charset="0"/>
                <a:cs typeface="Times New Roman" pitchFamily="18" charset="0"/>
              </a:rPr>
              <a:t>.</a:t>
            </a:r>
          </a:p>
          <a:p>
            <a:pPr algn="ctr">
              <a:buNone/>
            </a:pPr>
            <a:r>
              <a:rPr lang="en-US" dirty="0" smtClean="0">
                <a:latin typeface="Times New Roman" pitchFamily="18" charset="0"/>
                <a:cs typeface="Times New Roman" pitchFamily="18" charset="0"/>
              </a:rPr>
              <a:t>	OR</a:t>
            </a:r>
          </a:p>
          <a:p>
            <a:r>
              <a:rPr lang="en-US" dirty="0" smtClean="0">
                <a:latin typeface="Times New Roman" pitchFamily="18" charset="0"/>
                <a:cs typeface="Times New Roman" pitchFamily="18" charset="0"/>
              </a:rPr>
              <a:t>Polygon is a representation of the surface. It is primitive which is closed in nature. It is formed using a collection of lines. It is also called as many-sided figure. The lines combined to form polygon are called sides or edges. The lines are obtained by combining two vertices.</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457200"/>
            <a:ext cx="8229600" cy="762000"/>
          </a:xfrm>
        </p:spPr>
        <p:txBody>
          <a:bodyPr>
            <a:normAutofit fontScale="90000"/>
          </a:bodyPr>
          <a:lstStyle/>
          <a:p>
            <a:pPr algn="ctr"/>
            <a:r>
              <a:rPr lang="en-US" b="1" dirty="0" smtClean="0"/>
              <a:t> </a:t>
            </a:r>
            <a:r>
              <a:rPr lang="en-US" b="1" dirty="0" smtClean="0"/>
              <a:t/>
            </a:r>
            <a:br>
              <a:rPr lang="en-US" b="1" dirty="0" smtClean="0"/>
            </a:br>
            <a:r>
              <a:rPr lang="en-US" b="1" i="1" dirty="0" smtClean="0"/>
              <a:t>Polygon </a:t>
            </a:r>
            <a:r>
              <a:rPr lang="en-US" b="1" i="1" dirty="0" smtClean="0"/>
              <a:t>Mesh</a:t>
            </a:r>
            <a:r>
              <a:rPr lang="en-US" b="1" dirty="0" smtClean="0"/>
              <a:t/>
            </a:r>
            <a:br>
              <a:rPr lang="en-US" b="1" dirty="0" smtClean="0"/>
            </a:br>
            <a:endParaRPr lang="en-US" dirty="0"/>
          </a:p>
        </p:txBody>
      </p:sp>
      <p:sp>
        <p:nvSpPr>
          <p:cNvPr id="3" name="Content Placeholder 2"/>
          <p:cNvSpPr>
            <a:spLocks noGrp="1"/>
          </p:cNvSpPr>
          <p:nvPr>
            <p:ph idx="1"/>
          </p:nvPr>
        </p:nvSpPr>
        <p:spPr>
          <a:xfrm>
            <a:off x="381000" y="1295400"/>
            <a:ext cx="8458200" cy="5279136"/>
          </a:xfrm>
        </p:spPr>
        <p:txBody>
          <a:bodyPr>
            <a:normAutofit/>
          </a:bodyPr>
          <a:lstStyle/>
          <a:p>
            <a:r>
              <a:rPr lang="en-US" sz="3200" dirty="0" smtClean="0">
                <a:latin typeface="Times New Roman" pitchFamily="18" charset="0"/>
                <a:cs typeface="Times New Roman" pitchFamily="18" charset="0"/>
              </a:rPr>
              <a:t>In a polygon mesh, each surface joins together through its boundaries and common edges. One example is a three-dimensional sphere made up of identical faces, like a soccer ball in which the faces themselves can be flat or curved. More complex polygon meshes render people, animals, and other complex shapes. Computer engineers use specific digital tools to build and store these models for animation.</a:t>
            </a:r>
            <a:endParaRPr lang="en-US" sz="32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914400"/>
          </a:xfrm>
        </p:spPr>
        <p:txBody>
          <a:bodyPr>
            <a:normAutofit fontScale="90000"/>
          </a:bodyPr>
          <a:lstStyle/>
          <a:p>
            <a:pPr algn="ctr"/>
            <a:r>
              <a:rPr lang="en-US" dirty="0" smtClean="0"/>
              <a:t/>
            </a:r>
            <a:br>
              <a:rPr lang="en-US" dirty="0" smtClean="0"/>
            </a:br>
            <a:r>
              <a:rPr lang="en-US" dirty="0" smtClean="0"/>
              <a:t>Example </a:t>
            </a:r>
            <a:r>
              <a:rPr lang="en-US" dirty="0" smtClean="0"/>
              <a:t>of </a:t>
            </a:r>
            <a:r>
              <a:rPr lang="en-US" dirty="0" smtClean="0"/>
              <a:t>Polygon</a:t>
            </a:r>
            <a:r>
              <a:rPr lang="en-US" dirty="0" smtClean="0"/>
              <a:t/>
            </a:r>
            <a:br>
              <a:rPr lang="en-US" dirty="0" smtClean="0"/>
            </a:br>
            <a:endParaRPr lang="en-US" dirty="0"/>
          </a:p>
        </p:txBody>
      </p:sp>
      <p:sp>
        <p:nvSpPr>
          <p:cNvPr id="3" name="Content Placeholder 2"/>
          <p:cNvSpPr>
            <a:spLocks noGrp="1"/>
          </p:cNvSpPr>
          <p:nvPr>
            <p:ph idx="1"/>
          </p:nvPr>
        </p:nvSpPr>
        <p:spPr>
          <a:xfrm>
            <a:off x="457200" y="1447800"/>
            <a:ext cx="8305800" cy="5126736"/>
          </a:xfrm>
        </p:spPr>
        <p:txBody>
          <a:bodyPr/>
          <a:lstStyle/>
          <a:p>
            <a:r>
              <a:rPr lang="en-US" dirty="0" smtClean="0"/>
              <a:t>Triangle</a:t>
            </a:r>
          </a:p>
          <a:p>
            <a:r>
              <a:rPr lang="en-US" dirty="0" smtClean="0"/>
              <a:t>Rectangle</a:t>
            </a:r>
          </a:p>
          <a:p>
            <a:r>
              <a:rPr lang="en-US" dirty="0" smtClean="0"/>
              <a:t>Hexagon</a:t>
            </a:r>
          </a:p>
          <a:p>
            <a:r>
              <a:rPr lang="en-US" dirty="0" smtClean="0"/>
              <a:t>Pentagon</a:t>
            </a:r>
          </a:p>
          <a:p>
            <a:endParaRPr lang="en-US" dirty="0"/>
          </a:p>
        </p:txBody>
      </p:sp>
      <p:pic>
        <p:nvPicPr>
          <p:cNvPr id="4" name="Picture 3" descr="polygon.jpg"/>
          <p:cNvPicPr>
            <a:picLocks noChangeAspect="1"/>
          </p:cNvPicPr>
          <p:nvPr/>
        </p:nvPicPr>
        <p:blipFill>
          <a:blip r:embed="rId2"/>
          <a:stretch>
            <a:fillRect/>
          </a:stretch>
        </p:blipFill>
        <p:spPr>
          <a:xfrm>
            <a:off x="533400" y="4191000"/>
            <a:ext cx="8305800" cy="1847850"/>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685800"/>
          </a:xfrm>
        </p:spPr>
        <p:txBody>
          <a:bodyPr>
            <a:normAutofit fontScale="90000"/>
          </a:bodyPr>
          <a:lstStyle/>
          <a:p>
            <a:pPr algn="ctr"/>
            <a:r>
              <a:rPr lang="en-US" dirty="0" smtClean="0"/>
              <a:t/>
            </a:r>
            <a:br>
              <a:rPr lang="en-US" dirty="0" smtClean="0"/>
            </a:br>
            <a:r>
              <a:rPr lang="en-US" dirty="0" smtClean="0"/>
              <a:t>Types </a:t>
            </a:r>
            <a:r>
              <a:rPr lang="en-US" dirty="0" smtClean="0"/>
              <a:t>of Polygons</a:t>
            </a:r>
            <a:br>
              <a:rPr lang="en-US" dirty="0" smtClean="0"/>
            </a:br>
            <a:endParaRPr lang="en-US" dirty="0"/>
          </a:p>
        </p:txBody>
      </p:sp>
      <p:sp>
        <p:nvSpPr>
          <p:cNvPr id="3" name="Content Placeholder 2"/>
          <p:cNvSpPr>
            <a:spLocks noGrp="1"/>
          </p:cNvSpPr>
          <p:nvPr>
            <p:ph idx="1"/>
          </p:nvPr>
        </p:nvSpPr>
        <p:spPr>
          <a:xfrm>
            <a:off x="457200" y="1371600"/>
            <a:ext cx="8229600" cy="5202936"/>
          </a:xfrm>
        </p:spPr>
        <p:txBody>
          <a:bodyPr/>
          <a:lstStyle/>
          <a:p>
            <a:r>
              <a:rPr lang="en-US" dirty="0" smtClean="0"/>
              <a:t>Concave</a:t>
            </a:r>
          </a:p>
          <a:p>
            <a:r>
              <a:rPr lang="en-US" dirty="0" smtClean="0"/>
              <a:t>Convex</a:t>
            </a:r>
            <a:endParaRPr lang="en-US" dirty="0" smtClean="0"/>
          </a:p>
          <a:p>
            <a:r>
              <a:rPr lang="en-US" dirty="0" smtClean="0"/>
              <a:t>Convex : A </a:t>
            </a:r>
            <a:r>
              <a:rPr lang="en-US" dirty="0" smtClean="0"/>
              <a:t>polygon is called convex of line joining any two interior points of the polygon lies inside the polygon</a:t>
            </a:r>
            <a:r>
              <a:rPr lang="en-US" dirty="0" smtClean="0"/>
              <a:t>.</a:t>
            </a:r>
          </a:p>
          <a:p>
            <a:endParaRPr lang="en-US" dirty="0" smtClean="0"/>
          </a:p>
          <a:p>
            <a:endParaRPr lang="en-US" dirty="0"/>
          </a:p>
        </p:txBody>
      </p:sp>
      <p:pic>
        <p:nvPicPr>
          <p:cNvPr id="4" name="Picture 3" descr="convex.jpg"/>
          <p:cNvPicPr>
            <a:picLocks noChangeAspect="1"/>
          </p:cNvPicPr>
          <p:nvPr/>
        </p:nvPicPr>
        <p:blipFill>
          <a:blip r:embed="rId2"/>
          <a:stretch>
            <a:fillRect/>
          </a:stretch>
        </p:blipFill>
        <p:spPr>
          <a:xfrm>
            <a:off x="762000" y="3810000"/>
            <a:ext cx="7772400" cy="2743200"/>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914400"/>
          </a:xfrm>
        </p:spPr>
        <p:txBody>
          <a:bodyPr/>
          <a:lstStyle/>
          <a:p>
            <a:pPr algn="ctr"/>
            <a:r>
              <a:rPr lang="en-US" dirty="0" smtClean="0"/>
              <a:t>Concave </a:t>
            </a:r>
            <a:r>
              <a:rPr lang="en-US" dirty="0" smtClean="0"/>
              <a:t>Polygons</a:t>
            </a:r>
            <a:r>
              <a:rPr lang="en-US" dirty="0" smtClean="0"/>
              <a:t> </a:t>
            </a:r>
            <a:endParaRPr lang="en-US" dirty="0"/>
          </a:p>
        </p:txBody>
      </p:sp>
      <p:sp>
        <p:nvSpPr>
          <p:cNvPr id="3" name="Content Placeholder 2"/>
          <p:cNvSpPr>
            <a:spLocks noGrp="1"/>
          </p:cNvSpPr>
          <p:nvPr>
            <p:ph idx="1"/>
          </p:nvPr>
        </p:nvSpPr>
        <p:spPr>
          <a:xfrm>
            <a:off x="457200" y="1371600"/>
            <a:ext cx="8229600" cy="5202936"/>
          </a:xfrm>
        </p:spPr>
        <p:txBody>
          <a:bodyPr/>
          <a:lstStyle/>
          <a:p>
            <a:r>
              <a:rPr lang="en-US" dirty="0" smtClean="0"/>
              <a:t>Concave : A non-convex polygon is said to be concave. A concave polygon has one interior angle greater than 180°. So that it can be clipped into similar polygons.</a:t>
            </a:r>
          </a:p>
          <a:p>
            <a:endParaRPr lang="en-US" dirty="0"/>
          </a:p>
        </p:txBody>
      </p:sp>
      <p:pic>
        <p:nvPicPr>
          <p:cNvPr id="4" name="Picture 3" descr="ccv.jpg"/>
          <p:cNvPicPr>
            <a:picLocks noChangeAspect="1"/>
          </p:cNvPicPr>
          <p:nvPr/>
        </p:nvPicPr>
        <p:blipFill>
          <a:blip r:embed="rId2"/>
          <a:stretch>
            <a:fillRect/>
          </a:stretch>
        </p:blipFill>
        <p:spPr>
          <a:xfrm>
            <a:off x="685800" y="3429000"/>
            <a:ext cx="8001000" cy="3048000"/>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458200" cy="914400"/>
          </a:xfrm>
        </p:spPr>
        <p:txBody>
          <a:bodyPr>
            <a:normAutofit fontScale="90000"/>
          </a:bodyPr>
          <a:lstStyle/>
          <a:p>
            <a:r>
              <a:rPr lang="en-US" dirty="0" smtClean="0"/>
              <a:t>Advantages / Disadvantages of Polygons </a:t>
            </a:r>
            <a:endParaRPr lang="en-US" dirty="0"/>
          </a:p>
        </p:txBody>
      </p:sp>
      <p:sp>
        <p:nvSpPr>
          <p:cNvPr id="3" name="Content Placeholder 2"/>
          <p:cNvSpPr>
            <a:spLocks noGrp="1"/>
          </p:cNvSpPr>
          <p:nvPr>
            <p:ph idx="1"/>
          </p:nvPr>
        </p:nvSpPr>
        <p:spPr>
          <a:xfrm>
            <a:off x="457200" y="1295400"/>
            <a:ext cx="8229600" cy="5279136"/>
          </a:xfrm>
        </p:spPr>
        <p:txBody>
          <a:bodyPr>
            <a:normAutofit/>
          </a:bodyPr>
          <a:lstStyle/>
          <a:p>
            <a:pPr>
              <a:buNone/>
            </a:pPr>
            <a:r>
              <a:rPr lang="en-US" sz="2400" b="1" dirty="0" smtClean="0">
                <a:latin typeface="Times New Roman" pitchFamily="18" charset="0"/>
                <a:cs typeface="Times New Roman" pitchFamily="18" charset="0"/>
              </a:rPr>
              <a:t>Advantages</a:t>
            </a:r>
            <a:endParaRPr lang="en-US" sz="2400" b="1"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It can be used to model almost any object.</a:t>
            </a:r>
          </a:p>
          <a:p>
            <a:r>
              <a:rPr lang="en-US" sz="2400" dirty="0" smtClean="0">
                <a:latin typeface="Times New Roman" pitchFamily="18" charset="0"/>
                <a:cs typeface="Times New Roman" pitchFamily="18" charset="0"/>
              </a:rPr>
              <a:t>They are easy to represent as a collection of vertices.</a:t>
            </a:r>
          </a:p>
          <a:p>
            <a:r>
              <a:rPr lang="en-US" sz="2400" dirty="0" smtClean="0">
                <a:latin typeface="Times New Roman" pitchFamily="18" charset="0"/>
                <a:cs typeface="Times New Roman" pitchFamily="18" charset="0"/>
              </a:rPr>
              <a:t>They are easy to transform.</a:t>
            </a:r>
          </a:p>
          <a:p>
            <a:r>
              <a:rPr lang="en-US" sz="2400" dirty="0" smtClean="0">
                <a:latin typeface="Times New Roman" pitchFamily="18" charset="0"/>
                <a:cs typeface="Times New Roman" pitchFamily="18" charset="0"/>
              </a:rPr>
              <a:t>They are easy to draw on computer screen</a:t>
            </a:r>
            <a:r>
              <a:rPr lang="en-US" sz="2400" dirty="0" smtClean="0">
                <a:latin typeface="Times New Roman" pitchFamily="18" charset="0"/>
                <a:cs typeface="Times New Roman" pitchFamily="18" charset="0"/>
              </a:rPr>
              <a:t>.</a:t>
            </a:r>
          </a:p>
          <a:p>
            <a:endParaRPr lang="en-US" sz="2400" dirty="0" smtClean="0">
              <a:latin typeface="Times New Roman" pitchFamily="18" charset="0"/>
              <a:cs typeface="Times New Roman" pitchFamily="18" charset="0"/>
            </a:endParaRPr>
          </a:p>
          <a:p>
            <a:pPr>
              <a:buNone/>
            </a:pPr>
            <a:r>
              <a:rPr lang="en-US" sz="2400" b="1" dirty="0" smtClean="0">
                <a:latin typeface="Times New Roman" pitchFamily="18" charset="0"/>
                <a:cs typeface="Times New Roman" pitchFamily="18" charset="0"/>
              </a:rPr>
              <a:t>Disadvantages</a:t>
            </a:r>
          </a:p>
          <a:p>
            <a:r>
              <a:rPr lang="en-US" sz="2400" dirty="0" smtClean="0">
                <a:latin typeface="Times New Roman" pitchFamily="18" charset="0"/>
                <a:cs typeface="Times New Roman" pitchFamily="18" charset="0"/>
              </a:rPr>
              <a:t>Curved surfaces can only be approximately described.</a:t>
            </a:r>
          </a:p>
          <a:p>
            <a:r>
              <a:rPr lang="en-US" sz="2400" dirty="0" smtClean="0">
                <a:latin typeface="Times New Roman" pitchFamily="18" charset="0"/>
                <a:cs typeface="Times New Roman" pitchFamily="18" charset="0"/>
              </a:rPr>
              <a:t>It is difficult to simulate some type of objects like hair or liquid.</a:t>
            </a:r>
          </a:p>
          <a:p>
            <a:endParaRPr lang="en-US" sz="2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Urban">
  <a:themeElements>
    <a:clrScheme name="Urban">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Urban">
      <a:majorFont>
        <a:latin typeface="Trebuchet MS"/>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eorgia"/>
        <a:ea typeface=""/>
        <a:cs typeface=""/>
        <a:font script="Jpan" typeface="HG明朝B"/>
        <a:font script="Hang" typeface="맑은 고딕"/>
        <a:font script="Hans" typeface="宋体"/>
        <a:font script="Hant" typeface="新細明體"/>
        <a:font script="Arab" typeface="Arial"/>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Urban">
      <a:fillStyleLst>
        <a:solidFill>
          <a:schemeClr val="phClr"/>
        </a:solidFill>
        <a:gradFill rotWithShape="1">
          <a:gsLst>
            <a:gs pos="0">
              <a:schemeClr val="phClr">
                <a:tint val="1000"/>
                <a:satMod val="255000"/>
              </a:schemeClr>
            </a:gs>
            <a:gs pos="55000">
              <a:schemeClr val="phClr">
                <a:tint val="12000"/>
                <a:satMod val="255000"/>
              </a:schemeClr>
            </a:gs>
            <a:gs pos="100000">
              <a:schemeClr val="phClr">
                <a:tint val="45000"/>
                <a:satMod val="250000"/>
              </a:schemeClr>
            </a:gs>
          </a:gsLst>
          <a:path path="circle">
            <a:fillToRect l="-40000" t="-90000" r="140000" b="190000"/>
          </a:path>
        </a:gradFill>
        <a:gradFill rotWithShape="1">
          <a:gsLst>
            <a:gs pos="0">
              <a:schemeClr val="phClr">
                <a:tint val="43000"/>
                <a:satMod val="165000"/>
              </a:schemeClr>
            </a:gs>
            <a:gs pos="55000">
              <a:schemeClr val="phClr">
                <a:tint val="83000"/>
                <a:satMod val="155000"/>
              </a:schemeClr>
            </a:gs>
            <a:gs pos="100000">
              <a:schemeClr val="phClr">
                <a:shade val="85000"/>
              </a:schemeClr>
            </a:gs>
          </a:gsLst>
          <a:path path="circle">
            <a:fillToRect l="-40000" t="-90000" r="140000" b="190000"/>
          </a:path>
        </a:gradFill>
      </a:fillStyleLst>
      <a:lnStyleLst>
        <a:ln w="9525" cap="flat" cmpd="sng" algn="ctr">
          <a:solidFill>
            <a:schemeClr val="phClr"/>
          </a:solidFill>
          <a:prstDash val="solid"/>
        </a:ln>
        <a:ln w="19050" cap="flat" cmpd="sng" algn="ctr">
          <a:solidFill>
            <a:schemeClr val="phClr"/>
          </a:solidFill>
          <a:prstDash val="solid"/>
        </a:ln>
        <a:ln w="31750" cap="flat" cmpd="sng" algn="ctr">
          <a:solidFill>
            <a:schemeClr val="phClr"/>
          </a:solidFill>
          <a:prstDash val="solid"/>
        </a:ln>
      </a:lnStyleLst>
      <a:effectStyleLst>
        <a:effectStyle>
          <a:effectLst>
            <a:outerShdw blurRad="51500" dist="25400" dir="5400000" rotWithShape="0">
              <a:srgbClr val="000000">
                <a:alpha val="40000"/>
              </a:srgbClr>
            </a:outerShdw>
          </a:effectLst>
        </a:effectStyle>
        <a:effectStyle>
          <a:effectLst>
            <a:outerShdw blurRad="50800" dist="25400" dir="5400000" rotWithShape="0">
              <a:srgbClr val="000000">
                <a:alpha val="4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chemeClr val="phClr">
                <a:satMod val="115000"/>
              </a:schemeClr>
            </a:contourClr>
          </a:sp3d>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Urban</Template>
  <TotalTime>32</TotalTime>
  <Words>251</Words>
  <Application>Microsoft Office PowerPoint</Application>
  <PresentationFormat>On-screen Show (4:3)</PresentationFormat>
  <Paragraphs>29</Paragraphs>
  <Slides>7</Slides>
  <Notes>0</Notes>
  <HiddenSlides>0</HiddenSlides>
  <MMClips>0</MMClip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Urban</vt:lpstr>
      <vt:lpstr>Polygon Mesh Computer Graphics Unit :  4</vt:lpstr>
      <vt:lpstr> What does Polygon Mesh mean? </vt:lpstr>
      <vt:lpstr>  Polygon Mesh </vt:lpstr>
      <vt:lpstr> Example of Polygon </vt:lpstr>
      <vt:lpstr> Types of Polygons </vt:lpstr>
      <vt:lpstr>Concave Polygons </vt:lpstr>
      <vt:lpstr>Advantages / Disadvantages of Polygons </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Polygon Mesh Computer Graphics Unit :  4</dc:title>
  <dc:creator>Kapil</dc:creator>
  <cp:lastModifiedBy>Kapil</cp:lastModifiedBy>
  <cp:revision>4</cp:revision>
  <dcterms:created xsi:type="dcterms:W3CDTF">2020-04-21T06:17:13Z</dcterms:created>
  <dcterms:modified xsi:type="dcterms:W3CDTF">2020-04-21T06:49:21Z</dcterms:modified>
</cp:coreProperties>
</file>